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 err="1"/>
              <a:t>ApexMinds</a:t>
            </a:r>
            <a:r>
              <a:rPr lang="en-US" sz="5400" b="1" dirty="0"/>
              <a:t> Technologies: 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Data Preparation &amp; Cleaning</a:t>
            </a:r>
          </a:p>
          <a:p>
            <a:pPr lvl="1"/>
            <a:r>
              <a:rPr lang="en-US" sz="1400" dirty="0"/>
              <a:t>Imported and validated the HR dataset in Power BI.</a:t>
            </a:r>
          </a:p>
          <a:p>
            <a:pPr lvl="1"/>
            <a:r>
              <a:rPr lang="en-US" sz="1400" dirty="0"/>
              <a:t>Checked for missing or inconsistent salary, department, and rating entries.</a:t>
            </a:r>
          </a:p>
          <a:p>
            <a:pPr lvl="1"/>
            <a:r>
              <a:rPr lang="en-US" sz="1400" dirty="0"/>
              <a:t>Ensured numeric fields (Experience, Salary) were properly typed and formatted.</a:t>
            </a:r>
          </a:p>
          <a:p>
            <a:pPr lvl="1"/>
            <a:r>
              <a:rPr lang="en-US" sz="1400" dirty="0"/>
              <a:t>Removed redundant columns and standardized categorical labels (Department Codes, Pay Scales).</a:t>
            </a:r>
          </a:p>
          <a:p>
            <a:pPr marL="0" indent="0">
              <a:buNone/>
            </a:pPr>
            <a:r>
              <a:rPr lang="en-US" sz="1400" b="1" dirty="0"/>
              <a:t>Data Modeling &amp; Integration</a:t>
            </a:r>
          </a:p>
          <a:p>
            <a:pPr lvl="1"/>
            <a:r>
              <a:rPr lang="en-US" sz="1400" dirty="0"/>
              <a:t>Defined relationships among core fields (Employee → Department → Career Level).</a:t>
            </a:r>
          </a:p>
          <a:p>
            <a:pPr lvl="1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Created measures for Average, Median, and Total Salary across key dimensions.</a:t>
            </a:r>
          </a:p>
          <a:p>
            <a:pPr lvl="1"/>
            <a:r>
              <a:rPr lang="en-US" sz="1400" dirty="0"/>
              <a:t>Integrated slicers and hierarchies (Age, Experience, Rating, Pay Scale).</a:t>
            </a:r>
          </a:p>
          <a:p>
            <a:pPr marL="0" indent="0">
              <a:buNone/>
            </a:pPr>
            <a:r>
              <a:rPr lang="en-US" sz="1400" b="1" dirty="0"/>
              <a:t>Feature Engineering</a:t>
            </a:r>
          </a:p>
          <a:p>
            <a:pPr lvl="1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1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marL="0" indent="0">
              <a:buNone/>
            </a:pPr>
            <a:r>
              <a:rPr lang="en-US" sz="1400" b="1" dirty="0"/>
              <a:t>Visualization Design</a:t>
            </a:r>
          </a:p>
          <a:p>
            <a:pPr lvl="1"/>
            <a:r>
              <a:rPr lang="en-US" sz="1400" b="1" dirty="0"/>
              <a:t>Dashboard 1 – Headcount &amp; Distribution:</a:t>
            </a:r>
            <a:r>
              <a:rPr lang="en-US" sz="1400" dirty="0"/>
              <a:t> Workforce structure, ratings, joining trends.</a:t>
            </a:r>
          </a:p>
          <a:p>
            <a:pPr lvl="1"/>
            <a:r>
              <a:rPr lang="en-US" sz="1400" b="1" dirty="0"/>
              <a:t>Dashboard 2 – Salary &amp; Performance:</a:t>
            </a:r>
            <a:r>
              <a:rPr lang="en-US" sz="1400" dirty="0"/>
              <a:t> Salary trends across experience, age, and career level.</a:t>
            </a:r>
          </a:p>
          <a:p>
            <a:pPr lvl="1"/>
            <a:r>
              <a:rPr lang="en-US" sz="1400" dirty="0"/>
              <a:t>Integrated interactive slicers for quick segmentation analysis.</a:t>
            </a:r>
          </a:p>
          <a:p>
            <a:pPr marL="0" indent="0">
              <a:buNone/>
            </a:pPr>
            <a:r>
              <a:rPr lang="en-US" sz="1400" b="1" dirty="0"/>
              <a:t>Validation &amp; Formatting</a:t>
            </a:r>
          </a:p>
          <a:p>
            <a:pPr lvl="1"/>
            <a:r>
              <a:rPr lang="en-US" sz="1400" dirty="0"/>
              <a:t>Cross-verified total employees, salary sums, and averages across visuals.</a:t>
            </a:r>
          </a:p>
          <a:p>
            <a:pPr lvl="1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45336"/>
            <a:ext cx="12192000" cy="5312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EF2F5-7EA2-0500-8D1A-46520F83E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880"/>
            <a:ext cx="12192000" cy="5532119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158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b="1" dirty="0">
                <a:solidFill>
                  <a:srgbClr val="000000"/>
                </a:solidFill>
              </a:rPr>
              <a:t>Overv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B1D75-A1DB-AE3F-E1D1-785A35F02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0"/>
            <a:ext cx="12192000" cy="5577840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158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b="1" dirty="0">
                <a:solidFill>
                  <a:srgbClr val="000000"/>
                </a:solidFill>
              </a:rPr>
              <a:t>Overv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8255</TotalTime>
  <Words>1139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ApexMinds Technologies: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</vt:lpstr>
      <vt:lpstr>🖥️ Dashboard Overview (2)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15</cp:revision>
  <dcterms:created xsi:type="dcterms:W3CDTF">2025-10-10T09:43:10Z</dcterms:created>
  <dcterms:modified xsi:type="dcterms:W3CDTF">2025-11-05T06:18:55Z</dcterms:modified>
</cp:coreProperties>
</file>